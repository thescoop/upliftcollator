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34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8F56-1F9A-BC98-FEE6-AA6131B3C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58EBA-49DC-334E-500D-71617C42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D577-608B-A179-F533-DE05509E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13BD7-AA83-C783-7DAA-F9F11D3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0633-82D9-8432-AB1F-947B4595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65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1DA3-48AA-2731-A826-E74CE9F5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060B-35D9-3771-F1D9-3EDE20FA4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FA30A-75FE-8E30-4B13-5DBEC1F2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B833E-3236-312F-A141-1F84D099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42641-0C20-F0EF-6A0E-B1EAC2DC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11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2DF1-5A0B-4FAC-E394-69A093E8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1224A-F5EC-467F-AD00-2220AB9B4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C425C-35C1-5CDF-5720-9E107528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B56D1-DC56-B1AA-B7ED-97361332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5D9C-B5CD-2DF2-25DF-3CD83300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405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DEF9-D761-8342-C046-1600A0CD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38B6A-F903-F73F-4DD8-C782D4F59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9C8BD-DF38-B268-384C-8F304BDA0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05323-787A-8E50-57B2-A63299C3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CA1CB-8BB1-971A-6541-B506B914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4E34-FBC3-757B-BB97-2C35E61B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23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1C1C-790D-DD70-FB9A-1A1072D38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5E4D8-575D-2376-5DE1-BEA7DA6A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FA219-BE65-0B58-8FF5-81AE87AD2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A9C7F-A8B9-3B5B-1B51-4CB2D3D9A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CBE08-8B90-8FC9-A00A-87A48DB0D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4A0E9-AE6B-58FE-51BB-B2178B2E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C1411C-EF2E-E54B-4E01-EB1A9124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F0F71-004A-725D-0E7A-47394640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58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932F-50C4-098D-B978-B65A6F4B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70412-6A1C-D82F-5313-A4496FA2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5FA02-B12D-5D37-F0DE-24D25E00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C2633-28AD-FA52-89DB-10F4A2EA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93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77D0E-00A1-C444-BA69-75240006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307D7-B1BD-08FB-9FD0-70E1A5A1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A3265-E3A4-B9D6-CBFA-9136F122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26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2854-903D-49F6-FBBD-DC3DC658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42030-444F-EDC9-F40E-EEAB20B17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15E36-0D11-12BF-6A36-01D0B960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341F6-56EC-C9B7-EBA9-B5D1E7D5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298FE-E656-0713-B50D-3E12FCF1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EB525-29A9-437C-5CA0-275EBF01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39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0327-C61C-42C2-F371-A649907F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48056-44F4-207E-EB32-C001731B6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AD20A-DD46-7B3D-38F5-32180E3D6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DF1E-E151-D53A-0A1B-62C7A68A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FEF02-FA14-4562-DCF1-6067FDC9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6398-D23D-1BB9-2C3B-2F9120C8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67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B35A-3F17-5DA1-FB31-2E295932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F8E35-8956-D8EE-56C1-0BE38BBC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7F17-E4FB-AB39-EC01-EFE4E6C9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70A39-B8D3-B547-BD63-C83C70E2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55F63-1A4F-B7C3-2B47-6B30C19D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79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28CBD-3755-733E-24B3-F18B71A25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663A4-FF01-42C0-801A-A212FE246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DC9AE-32B0-67E0-01B3-96127D59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B1234-645D-C002-760A-92787B2A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6FE29-09D8-0A5A-F7B2-4F1226A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44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CAA15-E9C0-6A74-F5AE-6055DE93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A48B7-C7DC-7BE6-48CB-F5073E117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9FC1C-BF74-A3B1-1CCE-2F481469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E7ADC-669E-4730-A427-2B18A6F31FCE}" type="datetimeFigureOut">
              <a:rPr lang="en-GB" smtClean="0"/>
              <a:t>22/05/2025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66FC-44A2-8B34-6509-9566F8E48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C75A1-4889-B769-BEA8-5A2C6153C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FC0C4-DE3D-4A63-832E-29BDB81AF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58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odruffbilling.co.uk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02A98-6ACD-44CA-FF40-92A23BF73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91" y="1979766"/>
            <a:ext cx="6038132" cy="2509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92A68F-ECD6-E66E-8F55-D32EA4F0E36D}"/>
              </a:ext>
            </a:extLst>
          </p:cNvPr>
          <p:cNvSpPr txBox="1"/>
          <p:nvPr/>
        </p:nvSpPr>
        <p:spPr>
          <a:xfrm>
            <a:off x="863709" y="526093"/>
            <a:ext cx="530927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Where to Find the </a:t>
            </a:r>
            <a:r>
              <a:rPr lang="en-GB" b="1" dirty="0"/>
              <a:t>Uplift Justification Collator </a:t>
            </a:r>
            <a:r>
              <a:rPr lang="en-GB" dirty="0"/>
              <a:t>Tool: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Goto </a:t>
            </a:r>
            <a:r>
              <a:rPr lang="en-GB" dirty="0">
                <a:hlinkClick r:id="rId3"/>
              </a:rPr>
              <a:t>https://www.woodruffbilling.co.uk/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the top right corner click on: ‘SOLICITOR TOOLS’</a:t>
            </a:r>
            <a:br>
              <a:rPr lang="en-GB" dirty="0"/>
            </a:br>
            <a:endParaRPr lang="en-GB" dirty="0"/>
          </a:p>
          <a:p>
            <a:r>
              <a:rPr lang="en-GB" dirty="0"/>
              <a:t>You will be asked for a Password:</a:t>
            </a:r>
            <a:br>
              <a:rPr lang="en-GB" dirty="0"/>
            </a:br>
            <a:r>
              <a:rPr lang="en-GB" dirty="0"/>
              <a:t>Type “West Pier” and hit the  </a:t>
            </a:r>
            <a:r>
              <a:rPr lang="en-GB" dirty="0">
                <a:highlight>
                  <a:srgbClr val="00FFFF"/>
                </a:highlight>
              </a:rPr>
              <a:t>  ENTER  </a:t>
            </a:r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00FFFF"/>
                </a:highlight>
              </a:rPr>
              <a:t>.</a:t>
            </a:r>
            <a:r>
              <a:rPr lang="en-GB" dirty="0"/>
              <a:t> button.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8C357-8BC2-1DC0-4DC4-7FB3EC32EC51}"/>
              </a:ext>
            </a:extLst>
          </p:cNvPr>
          <p:cNvSpPr/>
          <p:nvPr/>
        </p:nvSpPr>
        <p:spPr>
          <a:xfrm>
            <a:off x="863709" y="1853852"/>
            <a:ext cx="6238549" cy="271814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6ECDB29-C4E1-879A-7B22-0E91A85FFB92}"/>
              </a:ext>
            </a:extLst>
          </p:cNvPr>
          <p:cNvSpPr/>
          <p:nvPr/>
        </p:nvSpPr>
        <p:spPr>
          <a:xfrm rot="1785234">
            <a:off x="5068706" y="2832119"/>
            <a:ext cx="376924" cy="2122252"/>
          </a:xfrm>
          <a:prstGeom prst="triangl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E70119-CD12-751F-0868-EE2445BB41CB}"/>
              </a:ext>
            </a:extLst>
          </p:cNvPr>
          <p:cNvSpPr/>
          <p:nvPr/>
        </p:nvSpPr>
        <p:spPr>
          <a:xfrm>
            <a:off x="3356974" y="4228083"/>
            <a:ext cx="3056351" cy="794854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5191E5-6C3C-C678-E922-CA3C7DFBD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591" y="4371584"/>
            <a:ext cx="2120149" cy="536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9C7DD8-0A5F-9E38-81BC-AD9ED37B9DC8}"/>
              </a:ext>
            </a:extLst>
          </p:cNvPr>
          <p:cNvSpPr txBox="1"/>
          <p:nvPr/>
        </p:nvSpPr>
        <p:spPr>
          <a:xfrm>
            <a:off x="863709" y="526093"/>
            <a:ext cx="5309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Where to Find the </a:t>
            </a:r>
            <a:r>
              <a:rPr lang="en-GB" b="1" dirty="0"/>
              <a:t>Uplift Justification Collator </a:t>
            </a:r>
            <a:r>
              <a:rPr lang="en-GB" dirty="0"/>
              <a:t>Tool: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Goto https://www.woodruffbilling.co.uk/</a:t>
            </a:r>
          </a:p>
        </p:txBody>
      </p:sp>
    </p:spTree>
    <p:extLst>
      <p:ext uri="{BB962C8B-B14F-4D97-AF65-F5344CB8AC3E}">
        <p14:creationId xmlns:p14="http://schemas.microsoft.com/office/powerpoint/2010/main" val="411261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thescoop</dc:creator>
  <cp:lastModifiedBy>thescoop</cp:lastModifiedBy>
  <cp:revision>1</cp:revision>
  <dcterms:created xsi:type="dcterms:W3CDTF">2025-05-22T10:35:53Z</dcterms:created>
  <dcterms:modified xsi:type="dcterms:W3CDTF">2025-05-22T10:44:30Z</dcterms:modified>
</cp:coreProperties>
</file>